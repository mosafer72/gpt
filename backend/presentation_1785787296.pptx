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rtl a:val="1"/>
              <a:bidi a:val="1"/>
            </a:pPr>
            <a:r>
              <a:rPr sz="4200" b="1" a:lang="fa-IR">
                <a:latin typeface="Arial"/>
                <a:ea typeface="Arial"/>
                <a:cs typeface="Arial"/>
              </a:rPr>
              <a:t>دنیای هوش مصنوعی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rtl a:val="1"/>
              <a:bidi a:val="1"/>
            </a:pPr>
            <a:r>
              <a:rPr sz="3200" b="1" a:lang="fa-IR">
                <a:latin typeface="Arial"/>
                <a:ea typeface="Arial"/>
                <a:cs typeface="Arial"/>
              </a:rPr>
              <a:t>هوش مصنوعی چیست؟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789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rtl a:val="1"/>
              <a:bidi a:val="1"/>
            </a:pPr>
            <a:r>
              <a:rPr sz="2200" b="0" a:lang="fa-IR">
                <a:latin typeface="Arial"/>
                <a:ea typeface="Arial"/>
                <a:cs typeface="Arial"/>
              </a:rPr>
              <a:t>•  هوش مصنوعی شاخه‌ای از علوم کامپیوتر است.</a:t>
            </a:r>
          </a:p>
          <a:p>
            <a:pPr algn="r">
              <a:rtl a:val="1"/>
              <a:bidi a:val="1"/>
            </a:pPr>
            <a:r>
              <a:rPr sz="2200" b="0" a:lang="fa-IR">
                <a:latin typeface="Arial"/>
                <a:ea typeface="Arial"/>
                <a:cs typeface="Arial"/>
              </a:rPr>
              <a:t>•  هدف آن ساخت سیستم‌های هوشمند است.</a:t>
            </a:r>
          </a:p>
          <a:p>
            <a:pPr algn="r">
              <a:rtl a:val="1"/>
              <a:bidi a:val="1"/>
            </a:pPr>
            <a:r>
              <a:rPr sz="2200" b="0" a:lang="fa-IR">
                <a:latin typeface="Arial"/>
                <a:ea typeface="Arial"/>
                <a:cs typeface="Arial"/>
              </a:rPr>
              <a:t>•  امروزه در بسیاری از صنایع استفاده می‌شود.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rtl a:val="1"/>
              <a:bidi a:val="1"/>
            </a:pPr>
            <a:r>
              <a:rPr sz="3200" b="1" a:lang="fa-IR">
                <a:latin typeface="Arial"/>
                <a:ea typeface="Arial"/>
                <a:cs typeface="Arial"/>
              </a:rPr>
              <a:t>کاربردهای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789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rtl a:val="1"/>
              <a:bidi a:val="1"/>
            </a:pPr>
            <a:r>
              <a:rPr sz="2200" b="0" a:lang="fa-IR">
                <a:latin typeface="Arial"/>
                <a:ea typeface="Arial"/>
                <a:cs typeface="Arial"/>
              </a:rPr>
              <a:t>•  پزشکی</a:t>
            </a:r>
          </a:p>
          <a:p>
            <a:pPr algn="r">
              <a:rtl a:val="1"/>
              <a:bidi a:val="1"/>
            </a:pPr>
            <a:r>
              <a:rPr sz="2200" b="0" a:lang="fa-IR">
                <a:latin typeface="Arial"/>
                <a:ea typeface="Arial"/>
                <a:cs typeface="Arial"/>
              </a:rPr>
              <a:t>•  آموزش</a:t>
            </a:r>
          </a:p>
          <a:p>
            <a:pPr algn="r">
              <a:rtl a:val="1"/>
              <a:bidi a:val="1"/>
            </a:pPr>
            <a:r>
              <a:rPr sz="2200" b="0" a:lang="fa-IR">
                <a:latin typeface="Arial"/>
                <a:ea typeface="Arial"/>
                <a:cs typeface="Arial"/>
              </a:rPr>
              <a:t>•  تجارت</a:t>
            </a:r>
          </a:p>
          <a:p>
            <a:pPr algn="r">
              <a:rtl a:val="1"/>
              <a:bidi a:val="1"/>
            </a:pPr>
            <a:r>
              <a:rPr sz="2200" b="0" a:lang="fa-IR">
                <a:latin typeface="Arial"/>
                <a:ea typeface="Arial"/>
                <a:cs typeface="Arial"/>
              </a:rPr>
              <a:t>•  رباتیک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rtl a:val="1"/>
              <a:bidi a:val="1"/>
            </a:pPr>
            <a:r>
              <a:rPr sz="3200" b="1" a:lang="fa-IR">
                <a:latin typeface="Arial"/>
                <a:ea typeface="Arial"/>
                <a:cs typeface="Arial"/>
              </a:rPr>
              <a:t>آینده فناوری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789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rtl a:val="1"/>
              <a:bidi a:val="1"/>
            </a:pPr>
            <a:r>
              <a:rPr sz="2200" b="0" a:lang="fa-IR">
                <a:latin typeface="Arial"/>
                <a:ea typeface="Arial"/>
                <a:cs typeface="Arial"/>
              </a:rPr>
              <a:t>•  هوش مصنوعی مسیر آینده کسب‌وکارها را تغییر می‌دهد.</a:t>
            </a:r>
          </a:p>
          <a:p>
            <a:pPr algn="r">
              <a:rtl a:val="1"/>
              <a:bidi a:val="1"/>
            </a:pPr>
            <a:r>
              <a:rPr sz="2200" b="0" a:lang="fa-IR">
                <a:latin typeface="Arial"/>
                <a:ea typeface="Arial"/>
                <a:cs typeface="Arial"/>
              </a:rPr>
              <a:t>•  ترکیب انسان و ماشین فرصت‌های جدید ایجاد می‌کند.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