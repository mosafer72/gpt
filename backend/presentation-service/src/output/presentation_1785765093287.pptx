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43B64"/>
          </a:solidFill>
          <a:ln w="12700">
            <a:solidFill>
              <a:srgbClr val="243B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243B64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مصنوعی و آینده فناوری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ارائه علمی تولید شده توسط هوش مصنوعی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243B64"/>
          </a:solidFill>
          <a:ln w="12700">
            <a:solidFill>
              <a:srgbClr val="243B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مقدمه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274320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•  هوش مصنوعی یکی از مهم ترین فناوری های قرن ۲۱ است.
•  این فناوری توانایی تحلیل داده و تصمیم گیری دارد.
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9601200" cy="73152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9AB7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43B64"/>
                </a:solidFill>
              </a:rPr>
              <a:t>AI در حال تغییر صنایع مختلف است.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243B64"/>
          </a:solidFill>
          <a:ln w="12700">
            <a:solidFill>
              <a:srgbClr val="243B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یادگیری ماشین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274320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•  مدل ها از داده ها الگو استخراج می کنند.
•  شبکه های عصبی پایه سیستم های مدرن هستند.
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نتیجه‌گیری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هوش مصنوعی مسیر آینده فناوری را تغییر می دهد.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Scientific Presentation</dc:subject>
  <dc:creator>AI Generator</dc:creator>
  <cp:lastModifiedBy>AI Generator</cp:lastModifiedBy>
  <cp:revision>1</cp:revision>
  <dcterms:created xsi:type="dcterms:W3CDTF">2026-08-03T13:51:33Z</dcterms:created>
  <dcterms:modified xsi:type="dcterms:W3CDTF">2026-08-03T13:51:33Z</dcterms:modified>
</cp:coreProperties>
</file>