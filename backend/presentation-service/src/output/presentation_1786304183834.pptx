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این حال، مدل های پیچیده ای که دقت بالایی دارند، مانند مدل های یادگیری عمیق یا مجموعه ها، ممکن است برای متخصصان نیز قابل تفسیر نباشند. این تناقض بین دقت و قابلیت تفسیر به چالش هایی منجر می شود که نیاز به رهیافت های جدیدی دارد.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DEFINITION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مسئله اصلی این است که چگونه می توان روش های مختلف تفسیر را با یکدیگر مقایسه کرد و کدام روش در شرایط خاصی بهتر عمل می کند. این مسئله به دلیل عدم وجود یک چارچوب واحد برای تفسیر پیش بینی ها ایجاد می شود.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594360"/>
          </a:xfrm>
          <a:prstGeom prst="rect">
            <a:avLst/>
          </a:prstGeom>
          <a:noFill/>
          <a:ln/>
        </p:spPr>
        <p:txBody>
          <a:bodyPr wrap="square" lIns="0" tIns="0" rIns="0" bIns="0" rtlCol="0" anchor="ctr">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پس زمینه نظری شامل مفاهیمی مانند مقدار شاپلی و روش های تحلیل ویژگی ها است. این مفاهیم به عنوان پایه ای برای ایجاد چارچوب جدید تفسیر عمل می کنند.</a:t>
            </a:r>
            <a:endParaRPr lang="en-US" sz="14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CONCEPT CARD</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مفهوم اصلی این مقاله، ارائه یک چارچوب واحد برای تفسیر پیش بینی ها با استفاده از مقدارهای شاپلی (SHAP) است. این چارچوب به گونه ای طراحی شده است که تمام روش های موجود را در یک چارچوب جمع آوری می کند.</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82296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PROCESS</a:t>
            </a:r>
            <a:endParaRPr lang="en-US" sz="1800" dirty="0"/>
          </a:p>
        </p:txBody>
      </p:sp>
      <p:sp>
        <p:nvSpPr>
          <p:cNvPr id="6" name="Text 4"/>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
        <p:nvSpPr>
          <p:cNvPr id="7" name="Shape 5"/>
          <p:cNvSpPr/>
          <p:nvPr/>
        </p:nvSpPr>
        <p:spPr>
          <a:xfrm>
            <a:off x="731520" y="1371600"/>
            <a:ext cx="4572000" cy="2743200"/>
          </a:xfrm>
          <a:prstGeom prst="roundRect">
            <a:avLst/>
          </a:prstGeom>
          <a:solidFill>
            <a:srgbClr val="EEF2FF"/>
          </a:solidFill>
          <a:ln w="12700">
            <a:solidFill>
              <a:srgbClr val="E2E8F0"/>
            </a:solidFill>
            <a:prstDash val="solid"/>
          </a:ln>
        </p:spPr>
      </p:sp>
      <p:sp>
        <p:nvSpPr>
          <p:cNvPr id="8" name="Text 6"/>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9" name="Shape 7"/>
          <p:cNvSpPr/>
          <p:nvPr/>
        </p:nvSpPr>
        <p:spPr>
          <a:xfrm>
            <a:off x="6400800" y="1371600"/>
            <a:ext cx="4572000" cy="2743200"/>
          </a:xfrm>
          <a:prstGeom prst="roundRect">
            <a:avLst/>
          </a:prstGeom>
          <a:solidFill>
            <a:srgbClr val="DCFCE7"/>
          </a:solidFill>
          <a:ln w="12700">
            <a:solidFill>
              <a:srgbClr val="E2E8F0"/>
            </a:solidFill>
            <a:prstDash val="solid"/>
          </a:ln>
        </p:spPr>
      </p:sp>
      <p:sp>
        <p:nvSpPr>
          <p:cNvPr id="10" name="Text 8"/>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594360"/>
          </a:xfrm>
          <a:prstGeom prst="rect">
            <a:avLst/>
          </a:prstGeom>
          <a:noFill/>
          <a:ln/>
        </p:spPr>
        <p:txBody>
          <a:bodyPr wrap="square" lIns="0" tIns="0" rIns="0" bIns="0" rtlCol="0" anchor="ctr">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معماری به طور یکنواخت با مدل های مختلف کار می کند و به کاربران امکان می دهد تا تأثیر هر ویژگی را به طور واضحی درک کنند.</a:t>
            </a:r>
            <a:endParaRPr lang="en-US" sz="14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PIPELINE</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594360"/>
          </a:xfrm>
          <a:prstGeom prst="rect">
            <a:avLst/>
          </a:prstGeom>
          <a:noFill/>
          <a:ln/>
        </p:spPr>
        <p:txBody>
          <a:bodyPr wrap="square" lIns="0" tIns="0" rIns="0" bIns="0" rtlCol="0" anchor="ctr">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فرمول نشان می دهد که چگونه تأثیر هر ویژگی به طور اضافی به مقدار کل تفسیر اضافه می شود.</a:t>
            </a:r>
            <a:endParaRPr lang="en-US" sz="14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FORMULA</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Page title</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Text 2"/>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ارزیابی این روش نشان داده است که مقدارهای شاپلی بهتر از روش های قبلی در تطابق با نظریه های انسانی عمل می کنند. این روش همچنین به بهبود قابلیت تفسیر مدل های پیچیده کمک می کند.</a:t>
            </a:r>
            <a:endParaRPr lang="en-US" sz="1200" dirty="0"/>
          </a:p>
        </p:txBody>
      </p:sp>
      <p:sp>
        <p:nvSpPr>
          <p:cNvPr id="5" name="Shape 3"/>
          <p:cNvSpPr/>
          <p:nvPr/>
        </p:nvSpPr>
        <p:spPr>
          <a:xfrm>
            <a:off x="548640" y="914400"/>
            <a:ext cx="10058400" cy="822960"/>
          </a:xfrm>
          <a:prstGeom prst="roundRect">
            <a:avLst/>
          </a:prstGeom>
          <a:solidFill>
            <a:srgbClr val="F8FAFC"/>
          </a:solidFill>
          <a:ln w="12700">
            <a:solidFill>
              <a:srgbClr val="E2E8F0"/>
            </a:solidFill>
            <a:prstDash val="solid"/>
          </a:ln>
        </p:spPr>
      </p:sp>
      <p:sp>
        <p:nvSpPr>
          <p:cNvPr id="6" name="Text 4"/>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INSIGHT BOX</a:t>
            </a:r>
            <a:endParaRPr lang="en-US" sz="1800" dirty="0"/>
          </a:p>
        </p:txBody>
      </p:sp>
      <p:sp>
        <p:nvSpPr>
          <p:cNvPr id="7" name="Text 5"/>
          <p:cNvSpPr/>
          <p:nvPr/>
        </p:nvSpPr>
        <p:spPr>
          <a:xfrm>
            <a:off x="822960" y="1417320"/>
            <a:ext cx="9509760" cy="182880"/>
          </a:xfrm>
          <a:prstGeom prst="rect">
            <a:avLst/>
          </a:prstGeom>
          <a:noFill/>
          <a:ln/>
        </p:spPr>
        <p:txBody>
          <a:bodyPr wrap="square" lIns="0" tIns="0" rIns="0" bIns="0" rtlCol="0" anchor="t">
            <a:normAutofit/>
          </a:bodyPr>
          <a:lstStyle/>
          <a:p>
            <a:pPr rtl="1" algn="r" indent="0" marL="0">
              <a:buNone/>
            </a:pP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2026-08-09T19:36:23Z</dcterms:created>
  <dcterms:modified xsi:type="dcterms:W3CDTF">2026-08-09T19:36:23Z</dcterms:modified>
</cp:coreProperties>
</file>