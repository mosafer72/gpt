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مقدمه، تعریف، اهمیت</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128016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تفسیر پیش بینی مدل ها در بسیاری از کاربردها به اندازه دقت پیش بینی خود مهم است. با این حال، مدل های پیچیده ای مانند مدل های یادگیری عمیق یا مجموعه ای، دقت بالایی را در داده های بزرگ ارائه می دهند، اما تفسیر آنها برای متخصصان نیز دشوار است. این تنش بین دقت و قابلیت تفسیر، نیاز به روش های جدیدی را ایجاد کرده است.</a:t>
            </a:r>
            <a:endParaRPr lang="en-US" sz="1500" dirty="0"/>
          </a:p>
        </p:txBody>
      </p:sp>
      <p:sp>
        <p:nvSpPr>
          <p:cNvPr id="5" name="Text 3"/>
          <p:cNvSpPr/>
          <p:nvPr/>
        </p:nvSpPr>
        <p:spPr>
          <a:xfrm>
            <a:off x="457200" y="2788920"/>
            <a:ext cx="8229600" cy="640080"/>
          </a:xfrm>
          <a:prstGeom prst="roundRect">
            <a:avLst/>
          </a:prstGeom>
          <a:solidFill>
            <a:srgbClr val="EDF2F7"/>
          </a:solidFill>
          <a:ln w="12700">
            <a:solidFill>
              <a:srgbClr val="CBD5E0"/>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مدل تفسیری: مدلی که به عنوان یک ابزار برای تفسیر پیش بینی مدل اصلی عمل می کند.</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بیان مسئله و انگیزه</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روش های مختلفی برای تفسیر مدل های پیچیده ارائه شده اند، اما ارتباط بین این روش ها و انتخاب بهترین روش هنوز مشخص نیست. این مسئله باعث شده است تا نیاز به یک چارچوب واحد برای تفسیر پیش بینی ها ایجاد شود.</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822960"/>
        </p:xfrm>
        <a:graphic>
          <a:graphicData uri="http://schemas.openxmlformats.org/drawingml/2006/table">
            <a:tbl>
              <a:tblPr/>
              <a:tblGrid>
                <a:gridCol w="4114800"/>
                <a:gridCol w="4114800"/>
              </a:tblGrid>
              <a:tr h="822960">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مدل های پیچیده</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مدل های ساده</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پیش زمینه و بنیان نظری</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بنیان نظری روش SHAP بر اساس نظریه بازی ها و ارزش شاپلی است. این روش به عنوان یک راه حل منحصر به فرد برای تخصیص اهمیت ویژگی ها در پیش بینی ها عمل می کند.</a:t>
            </a:r>
            <a:endParaRPr lang="en-US" sz="1500" dirty="0"/>
          </a:p>
        </p:txBody>
      </p:sp>
      <p:sp>
        <p:nvSpPr>
          <p:cNvPr id="5" name="Text 3"/>
          <p:cNvSpPr/>
          <p:nvPr/>
        </p:nvSpPr>
        <p:spPr>
          <a:xfrm>
            <a:off x="457200" y="2148840"/>
            <a:ext cx="8229600" cy="640080"/>
          </a:xfrm>
          <a:prstGeom prst="roundRect">
            <a:avLst/>
          </a:prstGeom>
          <a:solidFill>
            <a:srgbClr val="F0FFF4"/>
          </a:solidFill>
          <a:ln w="19050">
            <a:solidFill>
              <a:srgbClr val="9AE6B4"/>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نظریه بازی ها به عنوان پایه اصلی روش SHAP عمل می کند و اطمینان می دهد که ارزش های SHAP منحصر به فرد و قابل اعتماد هستند.</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مفهوم اصلی و نوآوری</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روش SHAP به عنوان یک چارچوب واحد، شش روش موجود را ترکیب می کند. این چارچوب به دلیل ویژگی های منحصر به فرد خود، بهتر از روش های قبلی عمل می کند.</a:t>
            </a:r>
            <a:endParaRPr lang="en-US" sz="1500" dirty="0"/>
          </a:p>
        </p:txBody>
      </p:sp>
      <p:sp>
        <p:nvSpPr>
          <p:cNvPr id="5" name="Text 3"/>
          <p:cNvSpPr/>
          <p:nvPr/>
        </p:nvSpPr>
        <p:spPr>
          <a:xfrm>
            <a:off x="457200" y="2148840"/>
            <a:ext cx="8229600" cy="640080"/>
          </a:xfrm>
          <a:prstGeom prst="roundRect">
            <a:avLst/>
          </a:prstGeom>
          <a:solidFill>
            <a:srgbClr val="EBF4FF"/>
          </a:solidFill>
          <a:ln w="19050">
            <a:solidFill>
              <a:srgbClr val="A3BFFA"/>
            </a:solidFill>
          </a:ln>
        </p:spPr>
        <p:txBody>
          <a:bodyPr wrap="square" lIns="127000" tIns="190500" rIns="190500" bIns="127000" rtlCol="0" anchor="ctr"/>
          <a:lstStyle/>
          <a:p>
            <a:pPr rtl="1" algn="r" indent="0" marL="0">
              <a:buNone/>
            </a:pPr>
            <a:r>
              <a:rPr lang="en-US" sz="1500" b="1" dirty="0">
                <a:solidFill>
                  <a:srgbClr val="34495E"/>
                </a:solidFill>
                <a:latin typeface="Vazirmatn" pitchFamily="34" charset="0"/>
                <a:ea typeface="Vazirmatn" pitchFamily="34" charset="-122"/>
                <a:cs typeface="Vazirmatn" pitchFamily="34" charset="-120"/>
              </a:rPr>
              <a:t>ارزش های SHAP ارزش های SHAP به عنوان یک راه حل منحصر به فرد برای تخصیص اهمیت ویژگی ها در پیش بینی ها عمل می کنند.</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روش شناسی و فرآیند کار</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روش SHAP از طریق محاسبه ارزش های اضافی ویژگی ها، به تفسیر پیش بینی ها کمک می کند. این روش شامل مراحلی مانند تحلیل مدل و محاسبه اهمیت ویژگی ها است.</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ساختار و طراحی معماری</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معماری روش SHAP شامل یک ساختار چند لایه ای است که به تحلیل و تفسیر پیش بینی ها کمک می کند. این ساختار به طور کلی شامل لایه هایی برای پردازش داده ها و محاسبه ارزش های SHAP است.</a:t>
            </a:r>
            <a:endParaRPr lang="en-US" sz="1500" dirty="0"/>
          </a:p>
        </p:txBody>
      </p:sp>
      <p:sp>
        <p:nvSpPr>
          <p:cNvPr id="5" name="Text 3"/>
          <p:cNvSpPr/>
          <p:nvPr/>
        </p:nvSpPr>
        <p:spPr>
          <a:xfrm>
            <a:off x="457200" y="2148840"/>
            <a:ext cx="8229600" cy="731520"/>
          </a:xfrm>
          <a:prstGeom prst="roundRect">
            <a:avLst/>
          </a:prstGeom>
          <a:solidFill>
            <a:srgbClr val="2980B9"/>
          </a:solidFill>
          <a:ln/>
        </p:spPr>
        <p:txBody>
          <a:bodyPr wrap="square" lIns="127000" tIns="190500" rIns="190500" bIns="127000" rtlCol="0" anchor="ctr"/>
          <a:lstStyle/>
          <a:p>
            <a:pPr rtl="1" algn="ctr" indent="0" marL="0">
              <a:buNone/>
            </a:pPr>
            <a:r>
              <a:rPr lang="en-US" sz="1500" b="1" dirty="0">
                <a:solidFill>
                  <a:srgbClr val="FFFFFF"/>
                </a:solidFill>
                <a:latin typeface="Vazirmatn" pitchFamily="34" charset="0"/>
                <a:ea typeface="Vazirmatn" pitchFamily="34" charset="-122"/>
                <a:cs typeface="Vazirmatn" pitchFamily="34" charset="-120"/>
              </a:rPr>
              <a:t>ورودی داده پردازش مدل محاسبه ارزش های SHAP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مکانیسم و جزئیات فنی</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مکانیسم SHAP بر اساس محاسبه ارزش های اضافی ویژگی ها برای هر پیش بینی است. این محاسبات با استفاده از نظریه بازی ها و روش های ریاضی انجام می شود.</a:t>
            </a:r>
            <a:endParaRPr lang="en-US" sz="1500" dirty="0"/>
          </a:p>
        </p:txBody>
      </p:sp>
      <p:sp>
        <p:nvSpPr>
          <p:cNvPr id="5" name="Text 3"/>
          <p:cNvSpPr/>
          <p:nvPr/>
        </p:nvSpPr>
        <p:spPr>
          <a:xfrm>
            <a:off x="457200" y="2148840"/>
            <a:ext cx="8229600" cy="731520"/>
          </a:xfrm>
          <a:prstGeom prst="roundRect">
            <a:avLst/>
          </a:prstGeom>
          <a:solidFill>
            <a:srgbClr val="FDFEFE"/>
          </a:solidFill>
          <a:ln w="12700">
            <a:solidFill>
              <a:srgbClr val="E5E7E9"/>
            </a:solidFill>
          </a:ln>
        </p:spPr>
        <p:txBody>
          <a:bodyPr wrap="square" lIns="127000" tIns="190500" rIns="190500" bIns="127000" rtlCol="0" anchor="ctr"/>
          <a:lstStyle/>
          <a:p>
            <a:pPr rtl="1" algn="ctr" indent="0" marL="0">
              <a:buNone/>
            </a:pPr>
            <a:r>
              <a:rPr lang="en-US" sz="2000" b="1" i="1" dirty="0">
                <a:solidFill>
                  <a:srgbClr val="C0392B"/>
                </a:solidFill>
                <a:latin typeface="Cambria Math" pitchFamily="34" charset="0"/>
                <a:ea typeface="Cambria Math" pitchFamily="34" charset="-122"/>
                <a:cs typeface="Cambria Math" pitchFamily="34" charset="-120"/>
              </a:rPr>
              <a:t>\phi_i = \sum_{S \subseteq N \setminus \{i\}} \frac{|S|!(n-|S|-1)!}{n!} (v(S \cup \{i\}) - v(S))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ارزیابی، محدودیت ها، نتیجه گیری و تحقیقات آینده</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روش SHAP در مقایسه با روش های قبلی، بهترین عملکرد را در تفسیر پیش بینی ها نشان داده است. با این حال، محدودیت هایی مانند پیچیدگی محاسباتی وجود دارد. تحقیقات آینده می تواند به بهبود این روش کمک کند.</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2026-08-10T08:32:34Z</dcterms:created>
  <dcterms:modified xsi:type="dcterms:W3CDTF">2026-08-10T08:32:34Z</dcterms:modified>
</cp:coreProperties>
</file>