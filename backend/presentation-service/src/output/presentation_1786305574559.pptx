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533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Understanding model predictions is critical for trust, improvement, and process comprehension. Complex models like ensembles or deep learning often sacrifice interpretability for accuracy, creating a need for unified explanation frameworks.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22576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597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Definition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Model prediction interpretation refers to the process of explaining why a model produces specific outputs, balancing accuracy with human-understandable insights.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533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The tension between model accuracy and interpretability persists as complex models dominate modern datasets. Existing explanation methods lack clear relationships, making it difficult to choose appropriate techniques for specific tasks.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22576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597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Insight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 unified framework is essential to standardize interpretation methods and clarify their theoretical foundations.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533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Theoretical foundations include game theory and additive feature attribution. These provide a mathematical basis for quantifying feature importance while maintaining consistency with human intuition.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22576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597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Concept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Additive Feature Attribution A method where each feature's contribution to a prediction is summed to explain the final output, ensuring transparency and decomposability.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533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(SHapley Additive exPlanations) unifies six existing methods by introducing a novel class of additive importance measures. It guarantees a unique solution with desirable properties like consistency and efficiency.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31520" y="2322576"/>
            <a:ext cx="4572000" cy="274320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5511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Traditional Methods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0" y="2322576"/>
            <a:ext cx="4572000" cy="2743200"/>
          </a:xfrm>
          <a:prstGeom prst="roundRect">
            <a:avLst/>
          </a:prstGeom>
          <a:solidFill>
            <a:srgbClr val="DCFCE7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0" y="2551176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Framework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53312"/>
            <a:ext cx="11247120" cy="118872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819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Model prediction analysis Feature contribution quantification Interpretation generation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53312"/>
            <a:ext cx="11247120" cy="10058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819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Input Features SHAP Value Calculation Interpretation Output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53312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0472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Formula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56232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\phi_i = \sum_{S \subseteq F \setminus \{i\}} \frac{|S|! (|F| - |S| - 1)!}{|F|!} (v(S \cup \{i\}) - v(S))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3200" b="1" dirty="0">
                <a:solidFill>
                  <a:srgbClr val="0EA5E9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Page title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960120"/>
            <a:ext cx="10515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53312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rtl="1" algn="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SHAP improves upon existing methods by demonstrating better alignment with human intuition and enhanced discrimination between model output classes. Future work includes expanding its applicability to diverse model types.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322576"/>
            <a:ext cx="10058400" cy="960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59736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Insight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825496"/>
            <a:ext cx="9509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Vazirmatn" pitchFamily="34" charset="0"/>
                <a:ea typeface="Vazirmatn" pitchFamily="34" charset="-122"/>
                <a:cs typeface="Vazirmatn" pitchFamily="34" charset="-120"/>
              </a:rPr>
              <a:t>The unification of interpretation methods through SHAP provides a robust foundation for developing more transparent and trustworthy machine learning systems.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2026-08-09T19:59:34Z</dcterms:created>
  <dcterms:modified xsi:type="dcterms:W3CDTF">2026-08-09T19:59:34Z</dcterms:modified>
</cp:coreProperties>
</file>