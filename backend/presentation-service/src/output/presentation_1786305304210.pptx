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در دنیای امروز، تفسیر پیش بینی مدل ها به عنوان یکی از اجزای حیاتی در تحلیل داده ها مطرح می شود. دقت پیش بینی ها تنها کافی نیست و درک علت های این پیش بینی ها نیز اهمیت فراوانی دارد. این موضوع به ویژه در مواردی که مدل های پیچیده ای مانند شبکه های عصبی یا مدل های ادغامی استفاده می شوند، اهمیت پیدا می کند.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یکی از چالش های اصلی در تفسیر مدل ها، تضاد بین دقت و قابلیت تفسیر مدل است. مدل های پیچیده ممکن است دقت بالایی داشته باشند اما تفسیر آن ها برای کاربران یا محققین دشوار باشد. این تضاد به ویژه در داده های بزرگ و پیچیده ای که به طور گسترده ای در دنیای امروز وجود دارند، اهمیت پیدا می کند.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پس زمینه تحقیق بر اساس نظریه بازی ها و روش های ریاضی است. این نظریه به تحلیل تعاملات بین ویژگی های مدل کمک می کند و به عنوان پایه ای برای روش های جدید تفسیر مدل ها محسوب می شود. این رویکرد به تحلیل ویژگی های مدل کمک می کند.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مفهوم اصلی این تحقیق، ارائه یک چارچوب واحد برای تفسیر پیش بینی ها است. این چارچوب به نام SHAP (SHapley Additive exPlanations) شناخته می شود و به تحلیل اهمیت ویژگی ها در پیش بینی ها کمک می کند. این روش به دلیل خاصیت یکتایی و خاصیت های مطلوب، به عنوان یک روش جدید مطرح می شود.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روش SHAP به دلیل خاصیت یکتایی و خاصیت های مطلوب، به عنوان یک روش جدید مطرح می شود. این روش به تحلیل اهمیت ویژگی ها در پیش بینی ها کمک می کند و به دلیل این خاصیت، به عنوان یک روش جدید مطرح می شود.</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معماری این روش شامل چندین مرحله است که هر کدام به تحلیل ویژگی ها و اهمیت آن ها کمک می کند. این معماری به دلیل ساختار منظم و قابلیت تعمیم پذیری، به عنوان یک روش جدید مطرح می شود.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مکانیزم این روش بر اساس محاسبات ریاضی و نظریه بازی ها است. این روش به دلیل این مکانیزم، به تحلیل اهمیت ویژگی ها در پیش بینی ها کمک می کند و به دلیل این خاصیت، به عنوان یک روش جدید مطرح می شود.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Scientific Analysis</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ارزیابی این روش نشان داده است که این روش به دلیل خاصیت یکتایی و خاصیت های مطلوب، بهتر از روش های قبلی عمل می کند. این روش به دلیل این خاصیت، به عنوان یک روش جدید مطرح می شود.</a:t>
            </a:r>
            <a:endParaRPr lang="en-US" sz="1200" dirty="0"/>
          </a:p>
        </p:txBody>
      </p:sp>
      <p:sp>
        <p:nvSpPr>
          <p:cNvPr id="5" name="Shape 3"/>
          <p:cNvSpPr/>
          <p:nvPr/>
        </p:nvSpPr>
        <p:spPr>
          <a:xfrm>
            <a:off x="731520" y="1371600"/>
            <a:ext cx="4572000" cy="2743200"/>
          </a:xfrm>
          <a:prstGeom prst="roundRect">
            <a:avLst/>
          </a:prstGeom>
          <a:solidFill>
            <a:srgbClr val="EEF2FF"/>
          </a:solidFill>
          <a:ln w="12700">
            <a:solidFill>
              <a:srgbClr val="E2E8F0"/>
            </a:solidFill>
            <a:prstDash val="solid"/>
          </a:ln>
        </p:spPr>
      </p:sp>
      <p:sp>
        <p:nvSpPr>
          <p:cNvPr id="6" name="Text 4"/>
          <p:cNvSpPr/>
          <p:nvPr/>
        </p:nvSpPr>
        <p:spPr>
          <a:xfrm>
            <a:off x="914400" y="1600200"/>
            <a:ext cx="4206240" cy="320040"/>
          </a:xfrm>
          <a:prstGeom prst="rect">
            <a:avLst/>
          </a:prstGeom>
          <a:noFill/>
          <a:ln/>
        </p:spPr>
        <p:txBody>
          <a:bodyPr wrap="square" lIns="0" tIns="0" rIns="0" bIns="0" rtlCol="0" anchor="ctr"/>
          <a:lstStyle/>
          <a:p>
            <a:pPr rtl="1" algn="ctr" indent="0" marL="0">
              <a:buNone/>
            </a:pPr>
            <a:endParaRPr lang="en-US" sz="2000" dirty="0"/>
          </a:p>
        </p:txBody>
      </p:sp>
      <p:sp>
        <p:nvSpPr>
          <p:cNvPr id="7" name="Shape 5"/>
          <p:cNvSpPr/>
          <p:nvPr/>
        </p:nvSpPr>
        <p:spPr>
          <a:xfrm>
            <a:off x="6400800" y="1371600"/>
            <a:ext cx="4572000" cy="2743200"/>
          </a:xfrm>
          <a:prstGeom prst="roundRect">
            <a:avLst/>
          </a:prstGeom>
          <a:solidFill>
            <a:srgbClr val="DCFCE7"/>
          </a:solidFill>
          <a:ln w="12700">
            <a:solidFill>
              <a:srgbClr val="E2E8F0"/>
            </a:solidFill>
            <a:prstDash val="solid"/>
          </a:ln>
        </p:spPr>
      </p:sp>
      <p:sp>
        <p:nvSpPr>
          <p:cNvPr id="8" name="Text 6"/>
          <p:cNvSpPr/>
          <p:nvPr/>
        </p:nvSpPr>
        <p:spPr>
          <a:xfrm>
            <a:off x="6583680" y="1600200"/>
            <a:ext cx="4206240" cy="320040"/>
          </a:xfrm>
          <a:prstGeom prst="rect">
            <a:avLst/>
          </a:prstGeom>
          <a:noFill/>
          <a:ln/>
        </p:spPr>
        <p:txBody>
          <a:bodyPr wrap="square" lIns="0" tIns="0" rIns="0" bIns="0" rtlCol="0" anchor="ctr"/>
          <a:lstStyle/>
          <a:p>
            <a:pPr rtl="1" algn="ctr" indent="0" marL="0">
              <a:buNone/>
            </a:pP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2026-08-09T19:55:04Z</dcterms:created>
  <dcterms:modified xsi:type="dcterms:W3CDTF">2026-08-09T19:55:04Z</dcterms:modified>
</cp:coreProperties>
</file>