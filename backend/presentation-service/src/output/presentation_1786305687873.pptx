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Page title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94360" y="1005840"/>
            <a:ext cx="109728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39903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Understanding why a model makes a certain prediction is critical in many applications. This document explores the challenges of balancing model accuracy with interpretability, focusing on the SHAP framework as a unified approach to feature importance analysis.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2642616"/>
            <a:ext cx="109728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77977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definition box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314553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Interpretability refers to the ability to explain or understand the reasoning behind a model's predictions. It is essential for building trust, ensuring fairness, and enabling model improvement.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Page title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94360" y="1005840"/>
            <a:ext cx="109728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39903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Modern complex models like ensemble and deep learning systems achieve high accuracy but lack transparency. This creates a critical need for methods that can systematically explain predictions while maintaining computational efficiency.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2554693"/>
            <a:ext cx="4572000" cy="27432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783293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Simple models (e.g., linear models)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0" y="2554693"/>
            <a:ext cx="4572000" cy="27432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2783293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Complex models (e.g., deep learning)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Page title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94360" y="1005840"/>
            <a:ext cx="109728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39903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Theoretical foundations include game theory concepts and additive feature attribution. These form the basis for understanding how SHAP values provide consistent explanations across different model types.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2442151"/>
            <a:ext cx="10972800" cy="11887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670751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\phi_i = \sum_{S \subseteq F \setminus \{i\}} \frac{|S|!(n-|S|-1)!}{n!} (v(S \cup \{i\}) - v(S))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Page title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94360" y="1005840"/>
            <a:ext cx="109728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39903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The framework addresses the limitations of previous approaches by ensuring consistency with human intuition and computational efficiency. It provides a unique solution with desirable properties for feature attribution.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2494905"/>
            <a:ext cx="109728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632065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concept card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997825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SHAP Framework SHAP (SHapley Additive exPlanations) unifies six existing methods by providing a consistent framework for feature importance calculation based on game theory principles.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Page title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94360" y="1005840"/>
            <a:ext cx="109728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39903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The methodology involves calculating SHAP values through a systematic process that considers all possible feature combinations. This ensures comprehensive and reliable explanations.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2364779"/>
            <a:ext cx="109728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501939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pipeline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867699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Input features Model prediction SHAP value calculation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Page title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94360" y="1005840"/>
            <a:ext cx="109728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399032"/>
            <a:ext cx="109728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3619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definition box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190195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The architecture includes components for feature interaction analysis, model-agnostic explanation generation, and consistency validation across different model types.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Page title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94360" y="1005840"/>
            <a:ext cx="109728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39903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Technical details involve efficient approximation algorithms for SHAP values. These methods reduce computational complexity while maintaining accuracy in feature importance estimation.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2375330"/>
            <a:ext cx="109728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51249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insight box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87825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SHAP values demonstrate superior consistency with human intuition compared to previous methods, as validated through user studies and comparative analysis.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Page title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94360" y="1005840"/>
            <a:ext cx="109728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39903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Evaluation results show SHAP's effectiveness in distinguishing model output classes. Limitations include computational costs for very large models, motivating future research in optimization techniques.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2026-08-09T20:01:27Z</dcterms:created>
  <dcterms:modified xsi:type="dcterms:W3CDTF">2026-08-09T20:01:27Z</dcterms:modified>
</cp:coreProperties>
</file>