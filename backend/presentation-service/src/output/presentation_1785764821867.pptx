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43B64"/>
          </a:solidFill>
          <a:ln w="12700">
            <a:solidFill>
              <a:srgbClr val="243B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243B64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هوش مصنوعی و آینده فناوری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914400" y="29260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555555"/>
                </a:solidFill>
              </a:rPr>
              <a:t>ارائه علمی تولید شده توسط هوش مصنوعی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0" y="64008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indent="0" marL="0">
              <a:buNone/>
            </a:pPr>
            <a:r>
              <a:rPr lang="en-US" sz="1000" dirty="0">
                <a:solidFill>
                  <a:srgbClr val="777777"/>
                </a:solidFill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243B64"/>
          </a:solidFill>
          <a:ln w="12700">
            <a:solidFill>
              <a:srgbClr val="243B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82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مقدمه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10698480" cy="2743200"/>
          </a:xfrm>
          <a:prstGeom prst="roundRect">
            <a:avLst>
              <a:gd name="adj" fmla="val 3333"/>
            </a:avLst>
          </a:prstGeom>
          <a:solidFill>
            <a:srgbClr val="F3F6FA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4592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•  هوش مصنوعی یکی از مهم ترین فناوری های قرن ۲۱ است.
•  این فناوری توانایی تحلیل داده و تصمیم گیری دارد.
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0" y="4572000"/>
            <a:ext cx="9601200" cy="731520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9AB7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47548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243B64"/>
                </a:solidFill>
              </a:rPr>
              <a:t>AI در حال تغییر صنایع مختلف است.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0" y="64008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indent="0" marL="0">
              <a:buNone/>
            </a:pPr>
            <a:r>
              <a:rPr lang="en-US" sz="1000" dirty="0">
                <a:solidFill>
                  <a:srgbClr val="777777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243B64"/>
          </a:solidFill>
          <a:ln w="12700">
            <a:solidFill>
              <a:srgbClr val="243B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82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یادگیری ماشین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10698480" cy="2743200"/>
          </a:xfrm>
          <a:prstGeom prst="roundRect">
            <a:avLst>
              <a:gd name="adj" fmla="val 3333"/>
            </a:avLst>
          </a:prstGeom>
          <a:solidFill>
            <a:srgbClr val="F3F6FA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4592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•  مدل ها از داده ها الگو استخراج می کنند.
•  شبکه های عصبی پایه سیستم های مدرن هستند.
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0" y="64008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indent="0" marL="0">
              <a:buNone/>
            </a:pPr>
            <a:r>
              <a:rPr lang="en-US" sz="1000" dirty="0">
                <a:solidFill>
                  <a:srgbClr val="777777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نتیجه‌گیری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9144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هوش مصنوعی مسیر آینده فناوری را تغییر می دهد.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972800" y="64008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indent="0" marL="0">
              <a:buNone/>
            </a:pPr>
            <a:r>
              <a:rPr lang="en-US" sz="1000" dirty="0">
                <a:solidFill>
                  <a:srgbClr val="777777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Vazirmat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Vazirmat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Scientific Presentation</dc:subject>
  <dc:creator>AI Generator</dc:creator>
  <cp:lastModifiedBy>AI Generator</cp:lastModifiedBy>
  <cp:revision>1</cp:revision>
  <dcterms:created xsi:type="dcterms:W3CDTF">2026-08-03T13:47:01Z</dcterms:created>
  <dcterms:modified xsi:type="dcterms:W3CDTF">2026-08-03T13:47:01Z</dcterms:modified>
</cp:coreProperties>
</file>