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Presentation Output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Generated via automated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Successfully handled layout rendering request.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نتیجه‌گیری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خلاصه‌ای برای این ارائه ثبت نشده است.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2026-08-09T19:14:06Z</dcterms:created>
  <dcterms:modified xsi:type="dcterms:W3CDTF">2026-08-09T19:14:06Z</dcterms:modified>
</cp:coreProperties>
</file>