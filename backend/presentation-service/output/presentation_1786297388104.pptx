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معرفی موضوع و عنوان علمی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 اصلی و انگیزه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مبانی نظری و پیش‌زمینه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مفهوم اصلی یا نوآوری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روش‌شناسی و معماری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مکانیزم‌های محاسباتی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ارائه معماری مدل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و ارزیابی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روش‌ها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 و چالش‌ها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چالش‌های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 و اهمیت علمی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2026-08-09T17:43:08Z</dcterms:created>
  <dcterms:modified xsi:type="dcterms:W3CDTF">2026-08-09T17:43:08Z</dcterms:modified>
</cp:coreProperties>
</file>