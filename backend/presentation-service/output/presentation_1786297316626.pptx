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مسأله اصلی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مبانی نظری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نوآوری اصلی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روش‌شناسی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مدل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مکانیزم کار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و ارزیابی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و نتایج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محدودیت‌ها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مسیرهای آینده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2026-08-09T17:41:56Z</dcterms:created>
  <dcterms:modified xsi:type="dcterms:W3CDTF">2026-08-09T17:41:56Z</dcterms:modified>
</cp:coreProperties>
</file>