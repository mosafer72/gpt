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عنوان اصلی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مقدمه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درک چرا یک مدل پیش بینی خاصی را انجام می دهد، ممکن است به اندازه دقت پیش بینی مهم باشد.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921240" y="1143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8823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های پیچیده مانند مدل های چندگانه یا یادگیری عمیق، دشواری تفسیر را ایجاد می کنند.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921240" y="1143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8823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مختلفی برای تفسیر پیش بینی ها ارائه شده است، اما ارتباط آنها و ترجیح یک روش بر روی دیگری هنوز مشخص نیست.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هدف مقاله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هدف این مقاله ارائه یک چارچوب یکپارچه برای تفسیر پیش بینی ها است.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این چارچوب به نام SHAP (SHapley Additive exPlanations) است.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 کمک مفاهیم نظری بازی ها، یک راه حل منحصر به فرد برای تفسیر می دهد.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مقدمه به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چارچوب یکپارچه برای تفسیر پیش بینی ها است.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 هر ویژگی یک اهمیت مخصوص برای یک پیش بینی نسبت می دهد.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921240" y="1143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8823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شامل دو مولفه جدید است: 1) یک کلاس جدید از اندازه گیری اهمیت ویژگی ها، 2) نتایج نظری بازی ها.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مهمترین ویژگی های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کلاس جدید از اندازه گیری اهمیت ویژگی ها را ارائه می دهد.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این کلاس شش روش موجود را یکپارچه می کند.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 دلیل خاصیت های مطلوب، بهتر از روش های قبلی است.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موجود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موجود برای تفسیر پیش بینی ها شامل موارد زیر است.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خطی، مانند رگرسیون خطی.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چندگانه، مانند ترکیب مدل ها.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یادگیری عمیق، مانند شبکه های عصبی.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روش جدید برای تفسیر پیش بینی ها است.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 کمک نظریه بازی ها، یک راه حل منحصر به فرد برای تفسیر می دهد.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 بهترین شکل، با نظرات انسانی سازگار است.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مزایای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دارای مزایای متعددی است.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بهتر از روش های قبلی در سازگاری با نظرات انسانی است.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بهتر در تشخیص کلاس های مدل است.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بهتر در محاسبات است.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در کاربردهای مختلفی مورد استفاده قرار می گیرد.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تفسیر مدل های یادگیری عمیق.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تفسیر مدل های چندگانه.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تفسیر مدل های خطی.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نتایج تحقیقات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نتایج تحقیقات نشان می دهد که SHAP بهتر از روش های قبلی است.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بهتر با نظرات انسانی سازگار است.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بهتر در تشخیص کلاس های مدل است.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بهتر در محاسبات است.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 های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دارای محدودیت هایی نیز است.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ممکن است برای مدل های بسیار پیچیده کارآمد نباشد.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ممکن است نیاز به محاسبات زیادی داشته باشد.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نکات مهم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نکات مهمی در مورد SHAP وجود دارد.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چارچوب یکپارچه برای تفسیر پیش بینی ها است.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 کمک نظریه بازی ها، یک راه حل منحصر به فرد برای تفسیر می دهد.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بهتر از روش های قبلی در سازگاری با نظرات انسانی است.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جمع بندی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جمع بندی مقاله نشان می دهد که SHAP یک چارچوب قوی برای تفسیر پیش بینی ها است.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 بهترین شکل، با نظرات انسانی سازگار است.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بهتر در تشخیص کلاس های مدل است.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بهتر در محاسبات است.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پیشنهادات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برای بهبود تفسیر پیش بینی ها، می توان از SHAP استفاده کرد.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می تواند به بهبود تفسیر مدل ها کمک کند.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921240" y="10515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می تواند به بهبود دقت مدل ها کمک کند.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 گیری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چارچوب یکپارچه و قوی برای تفسیر پیش بینی ها است.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2026-08-09T12:57:06Z</dcterms:created>
  <dcterms:modified xsi:type="dcterms:W3CDTF">2026-08-09T12:57:06Z</dcterms:modified>
</cp:coreProperties>
</file>