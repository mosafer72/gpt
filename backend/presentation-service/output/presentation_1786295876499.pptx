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 و معرفی موضوع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 اصلی و انگیزه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مبانی نظری و پیش‌زمینه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نوآوری اصلی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روش‌شناسی و معماری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مکانیزم‌های اصلی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و ارزیابی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داده‌ها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 و چالش‌ها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مسیرهای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اهمیت علمی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عملی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مطالعات موردی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منابع و مراجع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2026-08-09T17:17:56Z</dcterms:created>
  <dcterms:modified xsi:type="dcterms:W3CDTF">2026-08-09T17:17:56Z</dcterms:modified>
</cp:coreProperties>
</file>