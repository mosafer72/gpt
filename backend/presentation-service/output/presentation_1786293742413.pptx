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Unified Approach to Interpreting Model Predictions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مسئلهٔ تحقیق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پیش‌زمینهٔ نظری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نوآوری اصلی: چارچوب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تخصیص افزایشی ویژگی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نتیجهٔ یکتایی نظری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روش‌های تخمین مقدار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ارزیابی تجربی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مقایسه‌ای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 و مسیرهای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2026-08-09T16:42:22Z</dcterms:created>
  <dcterms:modified xsi:type="dcterms:W3CDTF">2026-08-09T16:42:22Z</dcterms:modified>
</cp:coreProperties>
</file>