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228600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r" indent="0" marL="0">
              <a:buNone/>
            </a:pPr>
            <a:r>
              <a:rPr lang="en-US" sz="3200" b="1" dirty="0">
                <a:solidFill>
                  <a:srgbClr val="0EA5E9"/>
                </a:solidFill>
                <a:latin typeface="Vazirmatn" pitchFamily="34" charset="0"/>
                <a:ea typeface="Vazirmatn" pitchFamily="34" charset="-122"/>
                <a:cs typeface="Vazirmatn" pitchFamily="34" charset="-120"/>
              </a:rPr>
              <a:t>معرفی موضوع و عنوان علمی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640080" y="914400"/>
            <a:ext cx="1051560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228600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r" indent="0" marL="0">
              <a:buNone/>
            </a:pPr>
            <a:r>
              <a:rPr lang="en-US" sz="3200" b="1" dirty="0">
                <a:solidFill>
                  <a:srgbClr val="0EA5E9"/>
                </a:solidFill>
                <a:latin typeface="Vazirmatn" pitchFamily="34" charset="0"/>
                <a:ea typeface="Vazirmatn" pitchFamily="34" charset="-122"/>
                <a:cs typeface="Vazirmatn" pitchFamily="34" charset="-120"/>
              </a:rPr>
              <a:t>مسئله اصلی و انگیزه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640080" y="914400"/>
            <a:ext cx="1051560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228600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r" indent="0" marL="0">
              <a:buNone/>
            </a:pPr>
            <a:r>
              <a:rPr lang="en-US" sz="3200" b="1" dirty="0">
                <a:solidFill>
                  <a:srgbClr val="0EA5E9"/>
                </a:solidFill>
                <a:latin typeface="Vazirmatn" pitchFamily="34" charset="0"/>
                <a:ea typeface="Vazirmatn" pitchFamily="34" charset="-122"/>
                <a:cs typeface="Vazirmatn" pitchFamily="34" charset="-120"/>
              </a:rPr>
              <a:t>مبانی نظری و پیش‌زمینه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640080" y="914400"/>
            <a:ext cx="1051560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228600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r" indent="0" marL="0">
              <a:buNone/>
            </a:pPr>
            <a:r>
              <a:rPr lang="en-US" sz="3200" b="1" dirty="0">
                <a:solidFill>
                  <a:srgbClr val="0EA5E9"/>
                </a:solidFill>
                <a:latin typeface="Vazirmatn" pitchFamily="34" charset="0"/>
                <a:ea typeface="Vazirmatn" pitchFamily="34" charset="-122"/>
                <a:cs typeface="Vazirmatn" pitchFamily="34" charset="-120"/>
              </a:rPr>
              <a:t>مفهوم اصلی یا نوآوری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640080" y="914400"/>
            <a:ext cx="1051560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228600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r" indent="0" marL="0">
              <a:buNone/>
            </a:pPr>
            <a:r>
              <a:rPr lang="en-US" sz="3200" b="1" dirty="0">
                <a:solidFill>
                  <a:srgbClr val="0EA5E9"/>
                </a:solidFill>
                <a:latin typeface="Vazirmatn" pitchFamily="34" charset="0"/>
                <a:ea typeface="Vazirmatn" pitchFamily="34" charset="-122"/>
                <a:cs typeface="Vazirmatn" pitchFamily="34" charset="-120"/>
              </a:rPr>
              <a:t>روش‌شناسی و معماری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640080" y="914400"/>
            <a:ext cx="1051560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228600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r" indent="0" marL="0">
              <a:buNone/>
            </a:pPr>
            <a:r>
              <a:rPr lang="en-US" sz="3200" b="1" dirty="0">
                <a:solidFill>
                  <a:srgbClr val="0EA5E9"/>
                </a:solidFill>
                <a:latin typeface="Vazirmatn" pitchFamily="34" charset="0"/>
                <a:ea typeface="Vazirmatn" pitchFamily="34" charset="-122"/>
                <a:cs typeface="Vazirmatn" pitchFamily="34" charset="-120"/>
              </a:rPr>
              <a:t>مکانیزم‌های اصلی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640080" y="914400"/>
            <a:ext cx="1051560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914400"/>
            <a:ext cx="1051560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228600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r" indent="0" marL="0">
              <a:buNone/>
            </a:pPr>
            <a:r>
              <a:rPr lang="en-US" sz="3200" b="1" dirty="0">
                <a:solidFill>
                  <a:srgbClr val="0EA5E9"/>
                </a:solidFill>
                <a:latin typeface="Vazirmatn" pitchFamily="34" charset="0"/>
                <a:ea typeface="Vazirmatn" pitchFamily="34" charset="-122"/>
                <a:cs typeface="Vazirmatn" pitchFamily="34" charset="-120"/>
              </a:rPr>
              <a:t>تحلیل و ارزیابی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640080" y="914400"/>
            <a:ext cx="1051560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228600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r" indent="0" marL="0">
              <a:buNone/>
            </a:pPr>
            <a:r>
              <a:rPr lang="en-US" sz="3200" b="1" dirty="0">
                <a:solidFill>
                  <a:srgbClr val="0EA5E9"/>
                </a:solidFill>
                <a:latin typeface="Vazirmatn" pitchFamily="34" charset="0"/>
                <a:ea typeface="Vazirmatn" pitchFamily="34" charset="-122"/>
                <a:cs typeface="Vazirmatn" pitchFamily="34" charset="-120"/>
              </a:rPr>
              <a:t>مقایسه روش‌ها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640080" y="914400"/>
            <a:ext cx="1051560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228600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r" indent="0" marL="0">
              <a:buNone/>
            </a:pPr>
            <a:r>
              <a:rPr lang="en-US" sz="3200" b="1" dirty="0">
                <a:solidFill>
                  <a:srgbClr val="0EA5E9"/>
                </a:solidFill>
                <a:latin typeface="Vazirmatn" pitchFamily="34" charset="0"/>
                <a:ea typeface="Vazirmatn" pitchFamily="34" charset="-122"/>
                <a:cs typeface="Vazirmatn" pitchFamily="34" charset="-120"/>
              </a:rPr>
              <a:t>محدودیت‌ها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640080" y="914400"/>
            <a:ext cx="1051560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228600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r" indent="0" marL="0">
              <a:buNone/>
            </a:pPr>
            <a:r>
              <a:rPr lang="en-US" sz="3200" b="1" dirty="0">
                <a:solidFill>
                  <a:srgbClr val="0EA5E9"/>
                </a:solidFill>
                <a:latin typeface="Vazirmatn" pitchFamily="34" charset="0"/>
                <a:ea typeface="Vazirmatn" pitchFamily="34" charset="-122"/>
                <a:cs typeface="Vazirmatn" pitchFamily="34" charset="-120"/>
              </a:rPr>
              <a:t>چالش‌های آینده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640080" y="914400"/>
            <a:ext cx="1051560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228600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r" indent="0" marL="0">
              <a:buNone/>
            </a:pPr>
            <a:r>
              <a:rPr lang="en-US" sz="3200" b="1" dirty="0">
                <a:solidFill>
                  <a:srgbClr val="0EA5E9"/>
                </a:solidFill>
                <a:latin typeface="Vazirmatn" pitchFamily="34" charset="0"/>
                <a:ea typeface="Vazirmatn" pitchFamily="34" charset="-122"/>
                <a:cs typeface="Vazirmatn" pitchFamily="34" charset="-120"/>
              </a:rPr>
              <a:t>نتیجه‌گیری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640080" y="914400"/>
            <a:ext cx="1051560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Vazirmatn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Vazirmatn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AI Generator</dc:creator>
  <cp:lastModifiedBy>AI Generator</cp:lastModifiedBy>
  <cp:revision>1</cp:revision>
  <dcterms:created xsi:type="dcterms:W3CDTF">2026-08-09T17:35:40Z</dcterms:created>
  <dcterms:modified xsi:type="dcterms:W3CDTF">2026-08-09T17:35:40Z</dcterms:modified>
</cp:coreProperties>
</file>