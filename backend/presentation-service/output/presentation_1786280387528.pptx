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رویکرد واحد برای تفسیر پیش بینی ها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مقدمه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هدف مقاله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هدف این مقاله ارائه یک رویکرد واحد برای تفسیر پیش بینی های مدل های پیچیده است.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اهمیت تفسیر پیش بینی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درک دلیل پیش بینی مدل می تواند به اندازه دقت پیش بینی مهم باشد.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محدودیت های مدل های پیچیده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محدودیت های مدل های پیچیده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 های پیچیده مانند مدل های چندگانه یا یادگیری عمیق معمولاً دشوار به تفسیر هستند.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تلاش برای تفسیر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مختلفی برای تفسیر پیش بینی های مدل های پیچیده ارائه شده است.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رویکرد جدید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رویکرد جدید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رویکرد جدید به تفسیر پیش بینی ها، یک چارچوب واحد ارائه می دهد.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هدف چارچوب واحد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هدف چارچوب واحد، ایجاد یک روش یکپارچه برای تفسیر پیش بینی ها است.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مفهوم مدل تفسیری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 تفسیری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هر تفسیری از پیش بینی مدل، می تواند به عنوان یک مدل دیگر در نظر گرفته شود.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تعریف مدل تفسیری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 تفسیری به عنوان یک مدل مستقل برای تفسیر پیش بینی ها تعریف می شود.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مهم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اضافی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اضافی برای تفسیر پیش بینی ها، چندین روش موجود را ترکیب می کنند.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ویژگی های مطلوب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جدید دارای ویژگی های مطلوبی مانند یکتایی و سازگاری با ادراک انسانی هستند.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SHAP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یک روش واحد برای تفسیر پیش بینی ها است که بر اساس نظریه بازی ها است.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ویژگی های SHAP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ویژگی هایی مانند یکتایی و سازگاری با ادراک انسانی دارد.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جدید SHAP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جدید SHAP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جدید SHAP بهبود عملکرد محاسباتی و سازگاری با ادراک انسانی را ارائه می دهند.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مقایسه با روش های قدیمی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جدید SHAP در مقایسه با روش های قدیمی بهتر عمل می کنند.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کاربردهای SHAP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کاربردهای SHAP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در حوزه های مختلفی مانند پزشکی و اقتصاد به کار می رود.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تاثیر SHAP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به بهبود درک مدل ها و افزایش اعتماد کاربران کمک می کند.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 گیری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 گیری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یک چارچوب واحد برای تفسیر پیش بینی ها ارائه می دهد.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اهمیت SHAP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به بهبود درک و اعتماد به مدل ها کمک می کند.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محدودیت ها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محدودیت ها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تفسیری همچنان محدودیت هایی دارند که نیاز به تحقیقات بیشتری دارد.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نیاز به بهبود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تفسیری نیاز به بهبود و توسعه دارند.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آینده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آینده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آینده می توانند بهبود یابند و به مدل های پیچیده تری دست یابند.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تکامل روش ها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تفسیری در حال تکامل هستند و به مدل های بهتری دست می یابند.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مطالعات کاربری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مطالعات کاربری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مطالعات کاربری نشان می دهد که روش های جدید SHAP بهتر از روش های قدیمی عمل می کنند.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نتایج مطالعات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نتایج مطالعات نشان می دهد که روش های جدید SHAP بهتر با ادراک انسانی سازگار هستند.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جمع بندی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جمع بندی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یک چارچوب واحد برای تفسیر پیش بینی ها ارائه می دهد.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اهمیت تفسیر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تفسیر پیش بینی ها برای اعتماد کاربران و بهبود مدل ها بسیار مهم است.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خلاصه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058400" cy="2103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01168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یک چارچوب واحد برای تفسیر پیش بینی ها ارائه می دهد که بهبود یافته و سازگار با ادراک انسانی است.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931920" y="4389120"/>
            <a:ext cx="429768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45537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پایان ارائه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Generator</dc:creator>
  <cp:lastModifiedBy>AI Generator</cp:lastModifiedBy>
  <cp:revision>1</cp:revision>
  <dcterms:created xsi:type="dcterms:W3CDTF">2026-08-09T12:59:47Z</dcterms:created>
  <dcterms:modified xsi:type="dcterms:W3CDTF">2026-08-09T12:59:47Z</dcterms:modified>
</cp:coreProperties>
</file>