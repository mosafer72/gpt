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رویکرد واحد برای تفسیر پیش بینی ها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مقدمه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درک چرا یک مدل پیش بینی می کند، به اندازه دقت پیش بینی مهم است.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921240" y="25146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 های پیچیده مانند یادگیری عمیق و مدل های ادغامی، دشواری تفسیر را افزایش می دهند.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مختلفی برای تفسیر پیش بینی ها ارائه شده است، اما ارتباط آنها نامشخص است.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هدف مقاله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ارائه چارچوبی واحد برای تفسیر پیش بینی ها.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معرفی روش جدیدی به نام SHAP که به تفسیر ویژگی ها کمک می کند.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ارائه نتایج نظری که نشان می دهد SHAP دارای ویژگی های مطلوب است.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مقدمه به SHAP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یک روش جدید برای تفسیر پیش بینی ها است.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به هر ویژگی یک اهمیت مخصوص به پیش بینی می دهد.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دارای ویژگی هایی مانند یکتایی و سازگاری با ادراک انسانی است.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ویژگی های SHAP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یک کلاس جدید از روش های تفسیر ویژگی ها را معرفی می کند.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دارای ویژگی هایی مانند افزودنی بودن و سازگاری با اصول بازی ها است.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می تواند به طور کلی به روش های موجود اشاره کند.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موجود و SHAP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می تواند روش های موجود را توصیف کند.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برخی روش های جدید دارای ویژگی های مطلوب نیستند.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بهبودی در سرعت محاسبات و سازگاری با ادراک انسانی ارائه می دهد.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نتایج نظری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نتایج نظری نشان می دهد که SHAP یک راه حل منحصر به فرد در کلاس افزودنی است.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دارای ویژگی هایی مانند اصل افزودنی و سازگاری با اصول بازی ها است.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به طور کلی می تواند به روش های موجود اشاره کند.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بررسی روش های تفسیر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بررسی روش های مختلف تفسیر مدل ها.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مقایسه روش های موجود با SHAP.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بررسی سازگاری با ادراک انسانی و سرعت محاسبات.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جدید SHAP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ارائه روش های جدید برای محاسبه SHAP.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این روش ها بهبودی در سرعت و دقت ارائه می دهند.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های جدید بهتر با ادراک انسانی سازگار هستند.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نتایج تجربی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نتایج تجربی نشان می دهد که SHAP بهتر از روش های موجود عمل می کند.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بهتر می تواند مدل ها را تفسیر کند.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بهتر با ادراک انسانی سازگار است.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 گیری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یک چارچوب واحد برای تفسیر پیش بینی ها است.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دارای ویژگی هایی مانند یکتایی و سازگاری با ادراک انسانی است.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می تواند به بهبود تفسیر مدل ها کمک کند.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کاربردهای SHAP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می تواند در حوزه های مختلفی مانند پزشکی و مالی استفاده شود.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به کاربران کمک می کند تا بهتر مدل ها را درک کنند.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می تواند به بهبود تصمیم گیری کمک کند.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چالش های تفسیر مدل ها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 های پیچیده دشواری تفسیر را افزایش می دهند.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برخی روش های تفسیر دارای محدودیت هایی هستند.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نیاز به روش های جدید و بهتر برای تفسیر مدل ها وجود دارد.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نکات مهم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یک چارچوب جامع برای تفسیر مدل ها است.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دارای ویژگی هایی مانند یکتایی و سازگاری با ادراک انسانی است.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می تواند به بهبود تفسیر مدل ها کمک کند.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پایان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058400" cy="2103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01168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خلاصه‌ای برای این ارائه ثبت نشده است.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931920" y="4389120"/>
            <a:ext cx="429768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4553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پایان ارائه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Generator</dc:creator>
  <cp:lastModifiedBy>AI Generator</cp:lastModifiedBy>
  <cp:revision>1</cp:revision>
  <dcterms:created xsi:type="dcterms:W3CDTF">2026-08-09T12:21:31Z</dcterms:created>
  <dcterms:modified xsi:type="dcterms:W3CDTF">2026-08-09T12:21:31Z</dcterms:modified>
</cp:coreProperties>
</file>