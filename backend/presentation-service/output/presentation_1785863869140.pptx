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مقدمه هوش مصنوعی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اصلی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57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تعریف هوش مصنوعی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ساخت سیستم‌هایی که توانایی یادگیری و تصمیم‌گیری دارند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37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آموزش مدل‌ها با استفاده از داده‌ها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480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عمیق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استفاده از شبکه‌های عصبی چندلایه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مقایسه شاخص‌های روش‌های پردازش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457200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روش سنتی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80060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قوانین ثابت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نیاز به تعریف دستی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80060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محدود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80060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وابسته به متخصص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80060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عدم یادگیری خودکار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80060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ساده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4572000" cy="43891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00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469880" y="22860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1488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از داده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469880" y="27889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26517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تصمیم‌گیری هوشمند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0469880" y="32918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انعطاف‌پذیری بالا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10469880" y="37947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657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بهبود مستمر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10469880" y="4297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160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الگوها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469880" y="48006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6634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مناسب مسائل پیچیده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زبان طبیعی برای تحلیل متن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بینایی ماشین برای تحلیل تصاویر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سیستم‌های پیشنهاددهنده در سرویس‌ها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رباتیک و کنترل سیستم‌های هوشمند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و تحلیل داده‌ها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مزایای استفاده از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افزایش سرعت انجام فرآیندها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کاهش خطای انسانی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تحلیل حجم زیادی از اطلاعات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921240" y="370332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فعالیت‌های تکراری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921240" y="434340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کمک به تصمیم‌گیری بهتر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معروف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GPT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زبانی بزرگ برای تولید و تحلیل متن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BERT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 درک زبان طبیعی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تاریخچه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شروع تحقیقات اولیه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یادگیری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1546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رشد یادگیری عمیق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شبکه‌های عصبی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نورون مصنوعی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واحد پردازش پایه شبکه عصبی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لایه‌های شبکه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شامل ورودی، مخفی و خروجی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آینده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گسترش دستیارهای هوشمند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ترکیب انسان و ماشین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اتوماسیون گسترده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کاربردهای صنعتی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پزشکی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تشخیص بیماری و تحلیل تصاویر پزشکی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صنعت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کنترل و بهینه‌سازی فرآیندها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ماشین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نظارت‌شده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2316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بدون نظارت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روند توسعه فناوری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نسل اول سیستم‌های خبره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921240" y="24688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ظهور مدل‌های بزرگ زبانی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ابزارهای هوش مصنوعی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45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زبانی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تولید و تحلیل محتوا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100584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926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مدل‌های تصویری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پردازش و تولید تصویر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جمع‌بندی مطالب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78308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مصنوعی فناوری کلیدی آینده است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     گسترش استفاده در صنایع مختلف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     تغییر شیوه انجام فعالیت‌های روزمره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921240" y="3063240"/>
            <a:ext cx="91440" cy="914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داده و پردازش دو عامل مهم موفقیت هستند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     کیفیت داده تاثیر مستقیم بر عملکرد مدل دارد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         قدرت پردازشی سرعت توسعه مدل‌ها را افزایش می‌دهد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10058400" cy="2103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20116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هوش مصویی آغازگر عصری است که می‌تواند بهترین زمان را برای پیشرفت بشریت یا بدتر عصر را برای آن رقم بزند.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931920" y="4389120"/>
            <a:ext cx="4297680" cy="5943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455371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پایان ارائه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008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2026-08-04T17:17:49Z</dcterms:created>
  <dcterms:modified xsi:type="dcterms:W3CDTF">2026-08-04T17:17:49Z</dcterms:modified>
</cp:coreProperties>
</file>