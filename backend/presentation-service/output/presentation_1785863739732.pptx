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مقدمه هوش مصنوعی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آشنایی با مفاهیم اصلی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057400"/>
            <a:ext cx="10058400" cy="822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19456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4F46E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تعریف هوش مصنوعی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560320"/>
            <a:ext cx="9509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ساخت سیستم‌هایی که توانایی یادگیری و تصمیم‌گیری دارند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200400"/>
            <a:ext cx="10058400" cy="822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333756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4F46E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یادگیری ماشین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960" y="3703320"/>
            <a:ext cx="9509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روش آموزش مدل‌ها با استفاده از داده‌ها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343400"/>
            <a:ext cx="10058400" cy="822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448056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4F46E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یادگیری عمیق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22960" y="4846320"/>
            <a:ext cx="9509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استفاده از شبکه‌های عصبی چندلایه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مقایسه شاخص‌های روش‌های پردازش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371600"/>
            <a:ext cx="4572000" cy="438912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6002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روش سنتی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800600" y="228600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14884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قوانین ثابت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800600" y="278892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65176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نیاز به تعریف دستی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800600" y="329184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315468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انعطاف‌پذیری محدود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4800600" y="379476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365760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وابسته به متخصص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4800600" y="429768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416052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عدم یادگیری خودکار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4800600" y="480060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466344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مناسب مسائل ساده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6400800" y="1371600"/>
            <a:ext cx="4572000" cy="438912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0" y="16002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هوش مصنوعی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10469880" y="228600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75120" y="214884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یادگیری از داده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10469880" y="278892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75120" y="265176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تصمیم‌گیری هوشمند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10469880" y="329184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75120" y="315468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انعطاف‌پذیری بالا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10469880" y="379476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75120" y="365760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بهبود مستمر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10469880" y="429768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75120" y="416052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تشخیص الگوها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10469880" y="480060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75120" y="466344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مناسب مسائل پیچیده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کاربردهای هوش مصنوعی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921240" y="178308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645920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پردازش زبان طبیعی برای تحلیل متن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9921240" y="242316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286000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بینایی ماشین برای تحلیل تصاویر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9921240" y="306324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926080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سیستم‌های پیشنهاددهنده در سرویس‌ها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9921240" y="370332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566160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رباتیک و کنترل سیستم‌های هوشمند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9921240" y="434340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206240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پیش‌بینی و تحلیل داده‌ها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مزایای استفاده از هوش مصنوعی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921240" y="178308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645920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افزایش سرعت انجام فرآیندها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9921240" y="242316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286000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کاهش خطای انسانی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9921240" y="306324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926080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تحلیل حجم زیادی از اطلاعات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9921240" y="370332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566160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اتوماسیون فعالیت‌های تکراری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9921240" y="434340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206240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کمک به تصمیم‌گیری بهتر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مدل‌های معروف هوش مصنوعی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645920"/>
            <a:ext cx="10058400" cy="822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830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4F46E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GPT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9509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مدل زبانی بزرگ برای تولید و تحلیل متن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788920"/>
            <a:ext cx="10058400" cy="822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9260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4F46E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BERT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3291840"/>
            <a:ext cx="9509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مدل درک زبان طبیعی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تاریخچه هوش مصنوعی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921240" y="178308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645920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شروع تحقیقات اولیه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9921240" y="246888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331720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ظهور یادگیری ماشین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9921240" y="315468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017520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رشد یادگیری عمیق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شبکه‌های عصبی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645920"/>
            <a:ext cx="10058400" cy="822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830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4F46E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نورون مصنوعی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9509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واحد پردازش پایه شبکه عصبی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788920"/>
            <a:ext cx="10058400" cy="822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9260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4F46E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لایه‌های شبکه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3291840"/>
            <a:ext cx="9509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شامل ورودی، مخفی و خروجی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آینده هوش مصنوعی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921240" y="178308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645920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گسترش دستیارهای هوشمند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9921240" y="242316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286000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ترکیب انسان و ماشین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9921240" y="306324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926080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اتوماسیون گسترده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کاربردهای صنعتی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645920"/>
            <a:ext cx="10058400" cy="822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830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4F46E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پزشکی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9509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تشخیص بیماری و تحلیل تصاویر پزشکی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788920"/>
            <a:ext cx="10058400" cy="822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9260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4F46E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صنعت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3291840"/>
            <a:ext cx="9509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کنترل و بهینه‌سازی فرآیندها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یادگیری ماشین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921240" y="178308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645920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یادگیری نظارت‌شده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9921240" y="242316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286000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یادگیری بدون نظارت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روند توسعه فناوری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921240" y="178308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645920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نسل اول سیستم‌های خبره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9921240" y="246888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331720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ظهور مدل‌های بزرگ زبانی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ابزارهای هوش مصنوعی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645920"/>
            <a:ext cx="10058400" cy="822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830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4F46E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مدل‌های زبانی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9509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تولید و تحلیل محتوا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788920"/>
            <a:ext cx="10058400" cy="822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9260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4F46E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مدل‌های تصویری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3291840"/>
            <a:ext cx="9509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پردازش و تولید تصویر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جمع‌بندی مطالب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921240" y="178308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645920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هوش مصنوعی فناوری کلیدی آینده است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57200" y="1965960"/>
            <a:ext cx="11247120" cy="100584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1945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    گسترش استفاده در صنایع مختلف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2286000"/>
            <a:ext cx="11247120" cy="100584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5146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    تغییر شیوه انجام فعالیت‌های روزمره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921240" y="306324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926080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داده و پردازش دو عامل مهم موفقیت هستند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457200" y="3246120"/>
            <a:ext cx="11247120" cy="100584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4747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    کیفیت داده تاثیر مستقیم بر عملکرد مدل دارد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" y="3566160"/>
            <a:ext cx="11247120" cy="100584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7947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    قدرت پردازشی سرعت توسعه مدل‌ها را افزایش می‌دهد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پایان ارائه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14400" y="1645920"/>
            <a:ext cx="10058400" cy="210312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80160" y="2011680"/>
            <a:ext cx="9326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هوش مصویی آغازگر عصری است که می‌تواند بهترین زمان را برای پیشرفت بشریت یا بدتر عصر را برای آن رقم بزند.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931920" y="4389120"/>
            <a:ext cx="4297680" cy="59436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31920" y="455371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700" b="1" dirty="0">
                <a:solidFill>
                  <a:srgbClr val="4F46E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پایان ارائه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972800" y="640080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Vazirmat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Vazirmatn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AI Generator</dc:creator>
  <cp:lastModifiedBy>AI Generator</cp:lastModifiedBy>
  <cp:revision>1</cp:revision>
  <dcterms:created xsi:type="dcterms:W3CDTF">2026-08-04T17:15:39Z</dcterms:created>
  <dcterms:modified xsi:type="dcterms:W3CDTF">2026-08-04T17:15:39Z</dcterms:modified>
</cp:coreProperties>
</file>