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رویکرد یکپارچه برای تفسیر پیش‌بینی‌های مدل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اهمیت تفسیر پیش‌بینی‌ها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بسیاری از حوزه‌ها، درک دلیل تصمیم‌گیری مدل برای ایجاد اعتماد کاربر، بهبود مدل و استخراج دانش از داده‌ها ضروری است. این نیاز باعث ظهور روش‌های تفسیر می‌شود.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 مدل‌های پیچیده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انبوهی مانند جنگل‌های تصادفی یا شبکه‌های عمیق دقت بالایی دارند اما ساختار داخلی آن‌ها برای انسان غیرقابل درک است و تفسیر آن‌ها دشوار می‌شود.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مفهوم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SHAP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مقدار افزایشی هر ویژگی را برای یک پیش‌بینی خاص به‌صورت عددی محاسبه می‌کند؛ این مقدار بر پایه مفهوم ارزش شاپلی در نظریه بازی استوار است.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ویژگی‌های افزایشی اهمیت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روش‌های افزایشی مجموع مقادیر ویژگی‌ها را طوری تنظیم می‌کنند که مجموع آن‌ها برابر خروجی مدل باشد و به‌صورت خطی ترکیب شوند.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یکپارچه‌سازی روش‌های موجود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4572000" cy="2743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چارچوب یکپارچه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یکپارچه‌سازی باعث می‌شود تا ویژگی‌های مطلوب (مانند عدالت شاپلی) به‌صورت رسمی برای تمام روش‌ها تعریف شوند و مقایسه عادلانه‌ای فراهم شود.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تاریخچه توسعه روش‌های تفسیر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 نظریه بازی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ارزش شاپلی به‌عنوان معیار منصفانه توزیع سود در بازی‌های تعاونی، پایه ریاضی برای تعریف اهمیت ویژگی‌ها در پیش‌بینی‌ها فراهم می‌کند.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خواص مطلوب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دقیق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دقیق ارزش شاپلی نیاز به ارزیابی تمام زیرمجموعه‌های ویژگی‌ها دارد که زمان نمایی و برای مدل‌های بزرگ غیرقابل‌اجراست.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تقریب‌های موجود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Kernel SHAP از روش کرنل برای تخمین وزن‌ها استفاده می‌کند؛ Deep SHAP ترکیب گرادیان‌محور و شاپلی برای شبکه‌های عمیق است.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Kernel SHAP و Deep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4572000" cy="2743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کارایی محاسباتی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آزمایش‌ها، Deep SHAP تا ۱۰ برابر سریع‌تر از Kernel SHAP برای مدل‌های عمیق بود، در حالی که دقت تقریب مشابه باقی ماند.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تجربی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روش‌های پیشنهادی جدید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تقریب سریع‌تر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الگوریتم جدید بر پایه نمونه‌برداری هوشمند زیرمجموعه‌ها زمان محاسبه را تا ۵۰٪ کاهش می‌دهد بدون افت قابل توجه در دقت.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سازگاری با انسان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تنظیم وزن‌های نمونه‌برداری بر مبنای توزیع ویژگی‌های واقعی، خروجی SHAP با درک انسانی بهتر هم‌راستا شد.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بهبود مقیاس‌پذیری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پیشنهادی می‌تواند بر روی دیتاست‌های با بیش از یک میلیون نمونه به‌صورت توزیعی اجرا شود.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 و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عملی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در پزشکی برای تشخیص بیماری، در مالی برای شفاف‌سازی ریسک و در پردازش زبان برای تبیین تصمیمات مدل‌های ترنسفورمر به‌کار رفته است.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پیشنهادات پژوهشی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می‌شود روش‌های تقریب ترکیبی با یادگیری تقویتی برای بهبود سرعت و دقت SHAP بررسی شوند.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2026-08-09T14:21:47Z</dcterms:created>
  <dcterms:modified xsi:type="dcterms:W3CDTF">2026-08-09T14:21:47Z</dcterms:modified>
</cp:coreProperties>
</file>