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معرفی موضوع و عنوان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 اصلی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مبانی نظری و پیش‌زمینه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اصلی یا نوآوری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معماری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معماری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مکانیزم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 و اهمیت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و مراجع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2026-08-09T17:37:46Z</dcterms:created>
  <dcterms:modified xsi:type="dcterms:W3CDTF">2026-08-09T17:37:46Z</dcterms:modified>
</cp:coreProperties>
</file>