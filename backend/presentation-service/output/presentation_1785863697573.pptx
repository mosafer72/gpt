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هوش مصنوعی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اصلی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هوش مصنوعی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 سیستم‌هایی که توانایی یادگیری و تصمیم‌گیری دارند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آموزش مدل‌ها با استفاده از داده‌ها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عمیق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شبکه‌های عصبی چندلایه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شاخص‌های روش‌های پردازش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سنتی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0060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ثابت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تعریف دستی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0060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محدود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0060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وابسته به متخصص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یادگیری خودکار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0060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ساده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457200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6988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46988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تصمیم‌گیری هوشمند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46988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بالا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46988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بهبود مستمر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46988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الگوها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46988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پیچیده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زبان طبیعی برای تحلیل متن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بینایی ماشین برای تحلیل تصاویر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سیستم‌های پیشنهاددهنده در سرویس‌ها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رباتیک و کنترل سیستم‌های هوشمند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و تحلیل داده‌ها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استفاده از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افزایش سرعت انجام فرآیندها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خطای انسانی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حجم زیادی از اطلاعات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فعالیت‌های تکراری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 به تصمیم‌گیری بهتر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معروف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زبانی بزرگ برای تولید و تحلیل متن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درک زبان طبیعی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تاریخچه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شروع تحقیقات اولیه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یادگیری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154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رشد یادگیری عمیق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شبکه‌های عصبی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واحد پردازش پایه شبکه عصبی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شامل ورودی، مخفی و خروجی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گسترش دستیارهای هوشمند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انسان و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گسترده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صنعتی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پزشکی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بیماری و تحلیل تصاویر پزشکی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صنعت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و بهینه‌سازی فرآیندها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بدون نظارت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روند توسعه فناوری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نسل اول سیستم‌های خبره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مدل‌های بزرگ زبانی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زبانی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تولید و تحلیل محتوا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تصویری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و تولید تصویر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 مطالب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فناوری کلیدی آینده است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گسترش استفاده در صنایع مختلف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تغییر شیوه انجام فعالیت‌های روزمره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 و پردازش دو عامل مهم موفقیت هستند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کیفیت داده تاثیر مستقیم بر عملکرد مدل دارد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قدرت پردازشی سرعت توسعه مدل‌ها را افزایش می‌دهد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مصویی آغازگر عصری است که می‌تواند بهترین زمان را برای پیشرفت بشریت یا بدتر عصر را برای آن رقم بزند.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2026-08-04T17:14:57Z</dcterms:created>
  <dcterms:modified xsi:type="dcterms:W3CDTF">2026-08-04T17:14:57Z</dcterms:modified>
</cp:coreProperties>
</file>