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معرفی یک رویکرد یکپارچه برای تفسیر پیش‌بینی‌های مدل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مسئلهٔ تحقیق و انگیزه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پیش‌زمینهٔ نظری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نوآوری اصلی: چارچوب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روش‌شناسی: تخمین مقادیر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کتابخانهٔ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روش‌های جدید تخمین SHAP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مقایسه با روش‌های پیشین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نتایج مطالعات کاربری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 و چالش‌ها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 و مسیرهای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2026-08-09T16:37:59Z</dcterms:created>
  <dcterms:modified xsi:type="dcterms:W3CDTF">2026-08-09T16:37:59Z</dcterms:modified>
</cp:coreProperties>
</file>