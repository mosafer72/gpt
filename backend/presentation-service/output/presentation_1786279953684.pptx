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عنوان مقاله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مقاله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یک چارچوب یکپارچه برای تفسیر پیش بینی های مدل.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روشی جدید برای تفسیر مدل ها با بهبود عملکرد و هماهنگی با دیدگاه انسان.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دلیل پیش بینی یک مدل ممکن است به اندازه دقت پیش بینی خود مهم باشد.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 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های پیچیده مانند یادگیری عمیق و مجموعه ها دشوار برای تفسیر هستند.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مختلفی برای تفسیر پیش بینی ها ارائه شده اند، اما ارتباط آنها نامشخص است.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جدید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یکپارچه SHAP برای تفسیر پیش بینی ها ارائه شده است.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 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مقدار اهمیت ویژگی را برای هر پیش بینی تعیین می کند.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کلاس جدید از روش های اهمیت ویژگی اضافی را شناسایی می کند.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توضیحات تئوری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نظری نشان می دهند که یک راه حل منحصر به فرد در این کلاس وجود دارد.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موجود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۶ روش موجود را یکپارچه می کند.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برخی روش های اخیر در این کلاس ویژگی های مطلوب پیشنهادی را ندارند.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 ارائه شده اند که عملکرد بهتری دارند.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 بهتر با دیدگاه انسان هماهنگی دارند.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روش ها بهتر می توانند میان کلاس های پیش بینی متمایز شوند.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برای تفسیر پیش بینی ها ارائه می دهد.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در حوزه های مختلفی مانند پزشکی و مالیات استفاده شود.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روش به بهبود اعتماد کاربر و درک مدل کمک می کند.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برخی از روش های SHAP ممکن است پیچیدگی محاسباتی بالایی داشته باشند.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SHAP برای تفسیر مدل ها به عنوان یک ابزار کمکی توصیه می شود.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بررسی بهتر روش های محاسباتی برای بهبود عملکرد SHAP.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بندی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و قدرتمند برای تفسیر پیش بینی ها ارائه می دهد.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2026-08-09T12:52:33Z</dcterms:created>
  <dcterms:modified xsi:type="dcterms:W3CDTF">2026-08-09T12:52:33Z</dcterms:modified>
</cp:coreProperties>
</file>