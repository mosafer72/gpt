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286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2400" b="1" dirty="0">
                <a:solidFill>
                  <a:srgbClr val="0EA5E9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یک رویکرد یکپارچه برای تفسیر پیش‌بینی‌های مدل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14400" y="2148840"/>
            <a:ext cx="10058400" cy="71845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2200" dirty="0">
                <a:solidFill>
                  <a:srgbClr val="33415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SHAP و مفهوم ارزش‌های افزودنی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972800" y="640080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914400"/>
            <a:ext cx="10515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914400"/>
            <a:ext cx="10058400" cy="960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105156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800" b="1" dirty="0">
                <a:solidFill>
                  <a:srgbClr val="4F46E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اهمیت تفسیر مدل‌ها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22960" y="1417320"/>
            <a:ext cx="9509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درک دلایل پیش‌بینی مدل باعث افزایش اعتماد کاربر و امکان بهبود مدل می‌شود.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914400"/>
            <a:ext cx="10058400" cy="960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05156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800" b="1" dirty="0">
                <a:solidFill>
                  <a:srgbClr val="4F46E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تضاد دقت و قابلیت تفسیر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1417320"/>
            <a:ext cx="9509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مدل‌های پیچیده دقت بالایی دارند اما تفسیر آن‌ها دشوار است، در حالی که مدل‌های ساده تفسیرپذیرند اما ممکن است کمتر دقیق باشند.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914400"/>
            <a:ext cx="10058400" cy="960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105156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800" b="1" dirty="0">
                <a:solidFill>
                  <a:srgbClr val="4F46E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هدف چارچوب SHAP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22960" y="1417320"/>
            <a:ext cx="9509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SHAP سعی دارد با ارائه مقادیر افزودنی ویژگی‌ها، تفسیر یکسان و منسجم برای پیش‌بینی‌ها فراهم کند.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914400"/>
            <a:ext cx="10515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914400"/>
            <a:ext cx="10058400" cy="960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105156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800" b="1" dirty="0">
                <a:solidFill>
                  <a:srgbClr val="4F46E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مفهوم ارزش شاپی (SHAP value)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22960" y="1417320"/>
            <a:ext cx="9509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ارزش شاپی سهم هر ویژگی را در پیش‌بینی خاصی به صورت افزودنی نشان می‌دهد.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914400"/>
            <a:ext cx="10058400" cy="960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05156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800" b="1" dirty="0">
                <a:solidFill>
                  <a:srgbClr val="4F46E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قوانین شاپی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1417320"/>
            <a:ext cx="9509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مجموع ارزش‌های شاپی برابر با اختلاف بین پیش‌بینی مدل و مقدار پیش‌بینی پایه است.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914400"/>
            <a:ext cx="10058400" cy="960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105156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800" b="1" dirty="0">
                <a:solidFill>
                  <a:srgbClr val="4F46E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ویژگی‌های افزودنی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22960" y="1417320"/>
            <a:ext cx="9509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در روش‌های افزودنی، تأثیر هر ویژگی به صورت جمعی و بدون تعامل مستقیم با دیگر ویژگی‌ها محاسبه می‌شود.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914400"/>
            <a:ext cx="10515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914400"/>
            <a:ext cx="10058400" cy="960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105156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800" b="1" dirty="0">
                <a:solidFill>
                  <a:srgbClr val="4F46E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نظریه بازی‌ها و شاپلی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22960" y="1417320"/>
            <a:ext cx="9509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ارزش شاپی از نظریه بازی‌ها گرفته شده و توزیع عادلانه سود میان بازیکنان (ویژگی‌ها) را توصیف می‌کند.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914400"/>
            <a:ext cx="10058400" cy="960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05156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800" b="1" dirty="0">
                <a:solidFill>
                  <a:srgbClr val="4F46E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پایگاه پیش‌بینی (baseline)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1417320"/>
            <a:ext cx="9509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پایگاه مقدار پیش‌بینی مدل برای یک ورودی متوسط یا بدون اطلاعات ویژگی‌ها است.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914400"/>
            <a:ext cx="10058400" cy="960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105156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800" b="1" dirty="0">
                <a:solidFill>
                  <a:srgbClr val="4F46E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خواص مطلوب SHAP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22960" y="1417320"/>
            <a:ext cx="9509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خواص شامل مقیاس‌پذیری، عدالت، و سازگاری با ترکیب خطی هستند.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914400"/>
            <a:ext cx="10515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914400"/>
            <a:ext cx="10058400" cy="960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105156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800" b="1" dirty="0">
                <a:solidFill>
                  <a:srgbClr val="4F46E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محاسبه دقیق ارزش شاپی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22960" y="1417320"/>
            <a:ext cx="9509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محاسبه تمام ترکیب‌های ممکن ویژگی‌ها هزینه‌بر است و برای مدل‌های بزرگ زمان‌بر می‌شود.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914400"/>
            <a:ext cx="10058400" cy="960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05156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800" b="1" dirty="0">
                <a:solidFill>
                  <a:srgbClr val="4F46E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تقریب‌های موجود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1417320"/>
            <a:ext cx="9509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روش‌های مختلفی مانند Kernel SHAP و Tree SHAP برای تخمین ارزش‌ها با هزینه کمتر ارائه شده‌اند.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914400"/>
            <a:ext cx="10058400" cy="960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105156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800" b="1" dirty="0">
                <a:solidFill>
                  <a:srgbClr val="4F46E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مزیت Tree SHAP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22960" y="1417320"/>
            <a:ext cx="9509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در درخت‌های تصمیم‌گیری، Tree SHAP به‌صورت دقیق و کارآمد مقادیر شاپی را محاسبه می‌کند.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914400"/>
            <a:ext cx="10515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914400"/>
            <a:ext cx="10058400" cy="960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105156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800" b="1" dirty="0">
                <a:solidFill>
                  <a:srgbClr val="4F46E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Kernel SHAP و وزن‌گذاری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22960" y="1417320"/>
            <a:ext cx="9509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Kernel SHAP از وزن‌گذاری کرنل برای تخمین مقادیر شاپی با استفاده از نمونه‌گیری تصادفی استفاده می‌کند.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914400"/>
            <a:ext cx="10058400" cy="960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05156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800" b="1" dirty="0">
                <a:solidFill>
                  <a:srgbClr val="4F46E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تجمیع مقادیر شاپی در مدل‌های ترکیبی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1417320"/>
            <a:ext cx="9509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در مدل‌های ترکیبی، مقادیر شاپی می‌توانند برای هر زیرمدل محاسبه و سپس ترکیب شوند.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914400"/>
            <a:ext cx="10058400" cy="960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105156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800" b="1" dirty="0">
                <a:solidFill>
                  <a:srgbClr val="4F46E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قابلیت مقیاس‌پذیری SHAP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22960" y="1417320"/>
            <a:ext cx="9509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با استفاده از الگوریتم‌های بهینه‌سازی می‌توان SHAP را برای داده‌های بزرگ به‌سرعت اجرا کرد.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914400"/>
            <a:ext cx="10515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914400"/>
            <a:ext cx="10058400" cy="960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105156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800" b="1" dirty="0">
                <a:solidFill>
                  <a:srgbClr val="4F46E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ارزش‌های شاپی و تفسیر انسانی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22960" y="1417320"/>
            <a:ext cx="9509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ارزش‌های شاپی به‌صورت عددی نشان می‌دهند کدام ویژگی‌ها بیشترین تأثیر را داشته‌اند، که برای کاربران قابل درک است.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914400"/>
            <a:ext cx="10058400" cy="960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05156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800" b="1" dirty="0">
                <a:solidFill>
                  <a:srgbClr val="4F46E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مقایسه با روش‌های دیگر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1417320"/>
            <a:ext cx="9509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در مقابل LIME یا DeepLIFT، SHAP ویژگی‌های منسجم‌تری ارائه می‌دهد که خواص نظریه بازی‌ها را حفظ می‌کند.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914400"/>
            <a:ext cx="10058400" cy="960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105156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800" b="1" dirty="0">
                <a:solidFill>
                  <a:srgbClr val="4F46E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محدودیت‌های SHAP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22960" y="1417320"/>
            <a:ext cx="9509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محاسبه دقیق برای مدل‌های غیرخطی بزرگ ممکن است زمان‌بر باشد و نیاز به تخمین داشته باشد.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914400"/>
            <a:ext cx="10515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914400"/>
            <a:ext cx="10058400" cy="960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105156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800" b="1" dirty="0">
                <a:solidFill>
                  <a:srgbClr val="4F46E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مثال در پیش‌بینی بیماری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22960" y="1417320"/>
            <a:ext cx="9509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در یک مدل پیش‌بینی دیابت، مقدار شاپی سن و سطح گلوکز را به‌عنوان مهم‌ترین عوامل نشان داد.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914400"/>
            <a:ext cx="10058400" cy="960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05156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800" b="1" dirty="0">
                <a:solidFill>
                  <a:srgbClr val="4F46E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مثال در تشخیص تصویر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1417320"/>
            <a:ext cx="9509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در شبکه‌های عصبی تشخیص تصویر، SHAP پیکسل‌های مهم را که بیشترین تأثیر را بر کلاس دارند، برجسته می‌کند.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914400"/>
            <a:ext cx="10058400" cy="960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105156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800" b="1" dirty="0">
                <a:solidFill>
                  <a:srgbClr val="4F46E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مثال در پیش‌بینی قیمت مسکن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22960" y="1417320"/>
            <a:ext cx="9509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در مدل قیمت‌گذاری مسکن، SHAP نشان داد که مساحت و موقعیت جغرافیایی بیشترین وزن را دارند.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914400"/>
            <a:ext cx="10515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914400"/>
            <a:ext cx="10058400" cy="960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105156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800" b="1" dirty="0">
                <a:solidFill>
                  <a:srgbClr val="4F46E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استفاده از Kernel SHAP برای داده‌های متنی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22960" y="1417320"/>
            <a:ext cx="9509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در تحلیل احساسات، Kernel SHAP کلمات کلیدی مانند 'عالی' یا 'بد' را به‌عنوان مؤثر شناسایی می‌کند.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914400"/>
            <a:ext cx="10058400" cy="960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05156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800" b="1" dirty="0">
                <a:solidFill>
                  <a:srgbClr val="4F46E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Tree SHAP در مدل‌های رندوم فارست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1417320"/>
            <a:ext cx="9509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ویژگی‌های مهم مانند تعداد اتاق‌ها و سال ساخت در پیش‌بینی قیمت مسکن به‌سرعت محاسبه می‌شوند.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914400"/>
            <a:ext cx="10058400" cy="960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105156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800" b="1" dirty="0">
                <a:solidFill>
                  <a:srgbClr val="4F46E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مقایسه زمان اجرا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22960" y="1417320"/>
            <a:ext cx="9509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در یک آزمایش، Tree SHAP 10 برابر سریع‌تر از Kernel SHAP برای یک مدل درختی بود.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914400"/>
            <a:ext cx="10515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914400"/>
            <a:ext cx="10058400" cy="960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105156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800" b="1" dirty="0">
                <a:solidFill>
                  <a:srgbClr val="4F46E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ارزیابی با مطالعه کاربری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22960" y="1417320"/>
            <a:ext cx="9509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کاربران انسانی ارزش‌های شاپی را با درک خود از اهمیت ویژگی‌ها مقایسه کردند و نتایج مثبت نشان داد.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914400"/>
            <a:ext cx="10058400" cy="960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05156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800" b="1" dirty="0">
                <a:solidFill>
                  <a:srgbClr val="4F46E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دقت تشخیص کلاس‌ها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1417320"/>
            <a:ext cx="9509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SHAP توانست به‌دقت بیشتری نسبت به LIME در تشخیص کلاس‌های نادر مدل‌های طبقه‌بندی کمک کند.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914400"/>
            <a:ext cx="10058400" cy="960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105156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800" b="1" dirty="0">
                <a:solidFill>
                  <a:srgbClr val="4F46E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کارایی محاسباتی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22960" y="1417320"/>
            <a:ext cx="9509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با بهینه‌سازی الگوریتم، زمان محاسبه SHAP برای مجموعه‌های داده بزرگ به‌طور قابل توجهی کاهش یافت.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914400"/>
            <a:ext cx="10515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914400"/>
            <a:ext cx="10058400" cy="960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105156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800" b="1" dirty="0">
                <a:solidFill>
                  <a:srgbClr val="4F46E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قابلیت تفسیر در حوزه‌های مختلف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22960" y="1417320"/>
            <a:ext cx="9509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SHAP در پزشکی، مالی و پردازش زبان طبیعی به‌عنوان ابزار تفسیر استاندارد پذیرفته شده است.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914400"/>
            <a:ext cx="10058400" cy="960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05156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800" b="1" dirty="0">
                <a:solidFill>
                  <a:srgbClr val="4F46E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چالش‌های مقیاس‌پذیری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1417320"/>
            <a:ext cx="9509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در داده‌های با ابعاد بسیار بالا، انتخاب نمونه‌های مناسب برای تخمین SHAP اهمیت دارد.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914400"/>
            <a:ext cx="10058400" cy="960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105156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800" b="1" dirty="0">
                <a:solidFill>
                  <a:srgbClr val="4F46E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آینده پژوهش‌ها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22960" y="1417320"/>
            <a:ext cx="9509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پیشنهاد می‌شود روش‌های ترکیبی برای بهبود سرعت و دقت SHAP در مدل‌های عمیق توسعه یابد.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286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0EA5E9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نتیجه‌گیری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914400" y="1645920"/>
            <a:ext cx="10058400" cy="210312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80160" y="2011680"/>
            <a:ext cx="9326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2200" dirty="0">
                <a:solidFill>
                  <a:srgbClr val="33415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SHAP یک چارچوب یکپارچه برای تفسیر پیش‌بینی‌های مدل‌های پیچیده است که دقت و قابلیت تفسیر را متعادل می‌کند.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931920" y="4389120"/>
            <a:ext cx="4297680" cy="59436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931920" y="4553712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700" b="1" dirty="0">
                <a:solidFill>
                  <a:srgbClr val="4F46E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پایان ارائه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0972800" y="640080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Vazirmatn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Vazirmatn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AI Generator</dc:creator>
  <cp:lastModifiedBy>AI Generator</cp:lastModifiedBy>
  <cp:revision>1</cp:revision>
  <dcterms:created xsi:type="dcterms:W3CDTF">2026-08-09T14:13:57Z</dcterms:created>
  <dcterms:modified xsi:type="dcterms:W3CDTF">2026-08-09T14:13:57Z</dcterms:modified>
</cp:coreProperties>
</file>